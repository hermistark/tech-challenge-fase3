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58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365EAE-1E7A-ABD3-637D-B43B66E78B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A51FD44-53EF-33B1-7CC9-30C83838FD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CC2574E-D90E-2262-58C9-24EC53929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47FCE-288A-44F1-8914-9850658EA945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08CB5AC-33C8-ABDA-C382-F60BC7641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63D7534-FDFF-DA9C-8C2E-807E630A3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62EFC-1696-4D61-8467-4713CE87EC3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4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B74890-A33D-D5AB-C892-901C74243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82F688B-5DE1-0B83-5CA8-CDAC993A4F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2634C3A-4A7C-537D-5C3D-02592A032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47FCE-288A-44F1-8914-9850658EA945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D978AB6-2CF1-2DBE-6E99-2CFB9D701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9C48908-A04F-F6BB-D105-BBB448989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62EFC-1696-4D61-8467-4713CE87EC3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1838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ECE94F-A0C9-B600-76D8-780DBEA56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E658918-7860-4F4B-1A63-36961AFB84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D8F636-4589-767A-1D9D-A832DA227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47FCE-288A-44F1-8914-9850658EA945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9A43AAD-C435-2E70-D103-D2850A185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AFC3242-DCF1-64F3-54F4-2D6F49859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62EFC-1696-4D61-8467-4713CE87EC3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2504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49BBA8-DEB1-2537-1F79-361F121DB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DE663D8-67CF-A60C-96F7-35A2D7DE84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055C838-0987-7E64-FBF9-FDE1E2708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3FBAFAE-0BD5-59BF-D8A4-0F5C23F55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47FCE-288A-44F1-8914-9850658EA945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FCCBB44-407A-870E-FCB5-118EF3673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A240190-FEC0-712E-5FE8-6169B516C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62EFC-1696-4D61-8467-4713CE87EC3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36121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CF22B6-72B7-C306-5C32-685A5647E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2217EEB-D278-5C39-8E30-4ED298D10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3ABB8AA-743D-ABFE-024C-5BA8389C33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542A6EA-5CCC-D87B-1863-9D57D1CF7E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6CD587F-A477-B71F-5AAE-A6C01379AC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4C7FAAD-BBA1-7ECA-13BB-E94F6C57F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47FCE-288A-44F1-8914-9850658EA945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CC82F93-F69B-9517-80D1-22BDE875B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291D093-FC4F-2D1A-5D2C-E571A3434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62EFC-1696-4D61-8467-4713CE87EC3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4471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3172DC-992E-4428-F3FD-EEC1B8667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3CF5C7D-BCB1-C229-818A-B7F9CE560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47FCE-288A-44F1-8914-9850658EA945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47D175D-B7C2-B61E-D472-35563DB18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14A88F6-FB3E-B6D7-61D4-43B4CA819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62EFC-1696-4D61-8467-4713CE87EC3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0223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10280B6-BF1D-EBE7-A2F6-D33D5D5CE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47FCE-288A-44F1-8914-9850658EA945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029AB33-A58A-F969-A157-812A1AEC8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781390F-48E0-02C6-976E-924C97DD7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62EFC-1696-4D61-8467-4713CE87EC3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5690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29894C-BD36-D7F8-7B66-4A2C6C16D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C2B9876-9B51-AD36-3BA3-A95ACA5B0A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BDDFF46-C548-CB0A-0B2B-AB18FA7AFE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3A6BC1A-108F-4B51-3AE8-40561BD15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47FCE-288A-44F1-8914-9850658EA945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C643816-A025-3A92-F6C2-FD7DC0255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E72AA19-A9DD-5913-EFEC-CBBC601D0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62EFC-1696-4D61-8467-4713CE87EC3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2859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9CEF4E-8AB8-BD72-F6F8-1C4B74E62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FAD0F2E-B13C-09E9-AA26-1F95F564D9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7400C63-FF5E-8DAB-82CC-FF8191F8FB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B0BF6DC-4088-07A5-EE07-29BCAEA0B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47FCE-288A-44F1-8914-9850658EA945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58D8D55-7D7F-3BEE-ACD8-A5ECBFC01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500259E-801F-D4D0-6C28-ED00BD0A2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62EFC-1696-4D61-8467-4713CE87EC3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4583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DB8B34-D110-1B57-5B27-312BE4DAF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B0B5E06-AC88-FD11-FBA9-2CB8FA4954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C0CE337-0FCF-9E7C-C14C-D15976897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47FCE-288A-44F1-8914-9850658EA945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A8B4F69-3363-E9F7-2FD9-F49ADE36A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2DB1CEC-39F5-F4CD-9911-67CD8931D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62EFC-1696-4D61-8467-4713CE87EC3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38865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98F5D0A-3837-38E0-FA54-B2F3B105BB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7942DFE-6B4E-000A-0473-5556A1122C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47E8F80-4A04-56A9-C6B5-50A3A7A1D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47FCE-288A-44F1-8914-9850658EA945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C93974C-DB4E-EA5E-CF5C-69D45FEB5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8C15E6C-6F8B-7F5C-64B5-84125AB4C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62EFC-1696-4D61-8467-4713CE87EC3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56957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5043300-DCDB-5662-5DBF-D7DA72DA8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A7EC698-8D7E-D762-C118-D2A36562DB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BA20E83-9545-B3EE-DAEE-E64E4B6128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847FCE-288A-44F1-8914-9850658EA945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3CFAE0C-E125-3403-273B-34568B8037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BE77188-7959-BC5D-A7FA-A10E9C0541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862EFC-1696-4D61-8467-4713CE87EC3A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3FCBCAF-F4BA-398F-E19C-6760A765CB3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358575" y="6642100"/>
            <a:ext cx="1500187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1000">
                <a:solidFill>
                  <a:srgbClr val="737373">
                    <a:alpha val="50000"/>
                  </a:srgbClr>
                </a:solidFill>
                <a:latin typeface="Aptos" panose="020B0004020202020204" pitchFamily="34" charset="0"/>
              </a:rPr>
              <a:t> Classificação: Uso Interno</a:t>
            </a:r>
          </a:p>
        </p:txBody>
      </p:sp>
    </p:spTree>
    <p:extLst>
      <p:ext uri="{BB962C8B-B14F-4D97-AF65-F5344CB8AC3E}">
        <p14:creationId xmlns:p14="http://schemas.microsoft.com/office/powerpoint/2010/main" val="2165535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EE0AB298-C4CF-1209-6D32-7A5918FACA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0028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CC39C487-CB6E-6726-74DF-752D2F9EB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4888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FA6A51A8-CAC3-37F7-7AC7-5243E789F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1823"/>
            <a:ext cx="12188760" cy="6859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441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E2112392-D3A0-CE59-D99D-C0DAE63CA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823"/>
            <a:ext cx="12191999" cy="6861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056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7C1FFD1E-DD9D-F76E-BF9B-E234EECD7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1823"/>
            <a:ext cx="12188760" cy="6859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8728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8D4737AA-0072-0829-A730-478CE68C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823"/>
            <a:ext cx="12191999" cy="6861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8404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88B54B49-BDC2-FEE7-8889-778737B60A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823"/>
            <a:ext cx="12191999" cy="6861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3016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1BD24583-FED9-5722-3A79-CA76FCB699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1823"/>
            <a:ext cx="12188760" cy="6859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78446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9b0f87a-e31e-4151-841c-33ff022e129b}" enabled="1" method="Standard" siteId="{5cc6c66d-ffb2-469f-9385-cda840e57836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Guedes Silva, Bruno - [Prestador]</dc:creator>
  <cp:lastModifiedBy>Guedes Silva, Bruno - [Prestador]</cp:lastModifiedBy>
  <cp:revision>1</cp:revision>
  <dcterms:created xsi:type="dcterms:W3CDTF">2026-09-17T21:39:22Z</dcterms:created>
  <dcterms:modified xsi:type="dcterms:W3CDTF">2026-09-17T21:45:33Z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Tema do Office:8</vt:lpwstr>
  </property>
  <property fmtid="{D5CDD505-2E9C-101B-9397-08002B2CF9AE}" pid="3" name="ClassificationContentMarkingFooterText">
    <vt:lpwstr> Classificação: Uso Interno</vt:lpwstr>
  </property>
</Properties>
</file>